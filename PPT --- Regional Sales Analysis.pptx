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omic Sans MS" panose="030F0702030302020204" pitchFamily="66" charset="0"/>
      <p:regular r:id="rId41"/>
      <p:bold r:id="rId42"/>
      <p:italic r:id="rId43"/>
      <p:boldItalic r:id="rId44"/>
    </p:embeddedFont>
    <p:embeddedFont>
      <p:font typeface="Poppins" panose="00000500000000000000" pitchFamily="2" charset="0"/>
      <p:regular r:id="rId45"/>
      <p:bold r:id="rId46"/>
      <p:italic r:id="rId47"/>
      <p:boldItalic r:id="rId48"/>
    </p:embeddedFont>
    <p:embeddedFont>
      <p:font typeface="Source Sans Pro" panose="020B0503030403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104"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10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17914"/>
            <a:ext cx="3745148" cy="830997"/>
          </a:xfrm>
          <a:prstGeom prst="rect">
            <a:avLst/>
          </a:prstGeom>
          <a:noFill/>
        </p:spPr>
        <p:txBody>
          <a:bodyPr wrap="square" rtlCol="0">
            <a:spAutoFit/>
          </a:bodyPr>
          <a:lstStyle/>
          <a:p>
            <a:r>
              <a:rPr lang="en-US" sz="1600" dirty="0">
                <a:solidFill>
                  <a:schemeClr val="bg2">
                    <a:lumMod val="50000"/>
                  </a:schemeClr>
                </a:solidFill>
              </a:rPr>
              <a:t>Analyze historical sales, margins, products, </a:t>
            </a:r>
            <a:r>
              <a:rPr lang="en-US" sz="1600" dirty="0" err="1">
                <a:solidFill>
                  <a:schemeClr val="bg2">
                    <a:lumMod val="50000"/>
                  </a:schemeClr>
                </a:solidFill>
              </a:rPr>
              <a:t>channels,and</a:t>
            </a:r>
            <a:r>
              <a:rPr lang="en-US" sz="1600" dirty="0">
                <a:solidFill>
                  <a:schemeClr val="bg2">
                    <a:lumMod val="50000"/>
                  </a:schemeClr>
                </a:solidFill>
              </a:rPr>
              <a:t> regional performance</a:t>
            </a:r>
            <a:endParaRPr lang="en-IN" sz="1600" dirty="0">
              <a:solidFill>
                <a:schemeClr val="bg2">
                  <a:lumMod val="50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US" sz="1600" dirty="0">
                <a:solidFill>
                  <a:schemeClr val="bg2">
                    <a:lumMod val="75000"/>
                  </a:schemeClr>
                </a:solidFill>
              </a:rPr>
              <a:t>Build an interactive dashboard enabling business users to self-serve insights</a:t>
            </a:r>
            <a:endParaRPr lang="en-IN" sz="1600" dirty="0">
              <a:solidFill>
                <a:schemeClr val="bg2">
                  <a:lumMod val="75000"/>
                </a:schemeClr>
              </a:solidFill>
              <a:latin typeface="Poppins" panose="020B0604020202020204" charset="0"/>
              <a:cs typeface="Poppins" panose="020B0604020202020204" charset="0"/>
            </a:endParaRP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7" name="TextBox 6">
            <a:extLst>
              <a:ext uri="{FF2B5EF4-FFF2-40B4-BE49-F238E27FC236}">
                <a16:creationId xmlns:a16="http://schemas.microsoft.com/office/drawing/2014/main"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a:t>
            </a:r>
            <a:r>
              <a:rPr lang="en-GB" sz="1800" dirty="0">
                <a:latin typeface="Poppins" panose="020B0604020202020204" charset="0"/>
                <a:cs typeface="Poppins" panose="020B0604020202020204" charset="0"/>
              </a:rPr>
              <a:t>99</a:t>
            </a:r>
            <a:r>
              <a:rPr lang="en-GB" sz="1800" dirty="0">
                <a:effectLst/>
                <a:latin typeface="Poppins" panose="020B0604020202020204" charset="0"/>
                <a:cs typeface="Poppins" panose="020B0604020202020204" charset="0"/>
              </a:rPr>
              <a:t> M, dipping to $95 M in April.</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693319"/>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a:t>
            </a:r>
            <a:r>
              <a:rPr lang="en-US" sz="1800" dirty="0"/>
              <a:t>“Flag low-margin orders and analyze cost drivers to improve profitability.</a:t>
            </a:r>
            <a:r>
              <a:rPr lang="en-GB" sz="1800" dirty="0">
                <a:effectLst/>
                <a:latin typeface="Poppins" panose="020B0604020202020204" charset="0"/>
                <a:cs typeface="Poppins" panose="020B0604020202020204" charset="0"/>
              </a:rPr>
              <a:t>.</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5AF4232A-DB3B-44C6-8A2D-63B014D479C8}"/>
              </a:ext>
            </a:extLst>
          </p:cNvPr>
          <p:cNvPicPr>
            <a:picLocks/>
          </p:cNvPicPr>
          <p:nvPr/>
        </p:nvPicPr>
        <p:blipFill rotWithShape="1">
          <a:blip r:embed="rId5"/>
          <a:srcRect l="-10" t="20" r="-124" b="64"/>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id="{CDBB21B6-3539-4ED1-A07C-385D84DD4CDE}"/>
              </a:ext>
            </a:extLst>
          </p:cNvPr>
          <p:cNvPicPr>
            <a:picLocks/>
          </p:cNvPicPr>
          <p:nvPr/>
        </p:nvPicPr>
        <p:blipFill>
          <a:blip r:embed="rId5"/>
          <a:srcRect t="109" b="109"/>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A0672594-588D-47F4-96CB-2CCC0D5915D1}"/>
              </a:ext>
            </a:extLst>
          </p:cNvPr>
          <p:cNvPicPr>
            <a:picLocks/>
          </p:cNvPicPr>
          <p:nvPr/>
        </p:nvPicPr>
        <p:blipFill rotWithShape="1">
          <a:blip r:embed="rId5"/>
          <a:srcRect l="-10" t="-10" r="-124" b="94"/>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989</TotalTime>
  <Words>1514</Words>
  <Application>Microsoft Office PowerPoint</Application>
  <PresentationFormat>Widescreen</PresentationFormat>
  <Paragraphs>280</Paragraphs>
  <Slides>37</Slides>
  <Notes>37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Source Sans Pro</vt:lpstr>
      <vt:lpstr>Calibri</vt:lpstr>
      <vt:lpstr>Poppins</vt:lpstr>
      <vt:lpstr>Arial</vt:lpstr>
      <vt:lpstr>Comic Sans MS</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pratham thesingh</cp:lastModifiedBy>
  <cp:revision>56</cp:revision>
  <dcterms:created xsi:type="dcterms:W3CDTF">2022-09-23T13:48:30Z</dcterms:created>
  <dcterms:modified xsi:type="dcterms:W3CDTF">2026-05-21T18:36:09Z</dcterms:modified>
</cp:coreProperties>
</file>